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4EF4D3-C5EB-4866-94FC-99434C5CCBB9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CDBE35A-094D-4063-966A-B20C72C1970E}">
      <dgm:prSet/>
      <dgm:spPr>
        <a:solidFill>
          <a:schemeClr val="bg1"/>
        </a:solidFill>
      </dgm:spPr>
      <dgm:t>
        <a:bodyPr/>
        <a:lstStyle/>
        <a:p>
          <a:r>
            <a:rPr lang="en-US" b="0" i="0" baseline="0"/>
            <a:t>UpGrad</a:t>
          </a:r>
          <a:endParaRPr lang="en-IN"/>
        </a:p>
      </dgm:t>
    </dgm:pt>
    <dgm:pt modelId="{508FFB46-F365-4CDF-8606-B3061F746D60}" type="parTrans" cxnId="{2D7DA7CA-E6B8-4B00-9E87-3F285F13ECF8}">
      <dgm:prSet/>
      <dgm:spPr/>
      <dgm:t>
        <a:bodyPr/>
        <a:lstStyle/>
        <a:p>
          <a:endParaRPr lang="en-IN"/>
        </a:p>
      </dgm:t>
    </dgm:pt>
    <dgm:pt modelId="{3F9711A8-3EB0-4A33-9210-EC71E7B8F6FB}" type="sibTrans" cxnId="{2D7DA7CA-E6B8-4B00-9E87-3F285F13ECF8}">
      <dgm:prSet/>
      <dgm:spPr/>
      <dgm:t>
        <a:bodyPr/>
        <a:lstStyle/>
        <a:p>
          <a:endParaRPr lang="en-IN"/>
        </a:p>
      </dgm:t>
    </dgm:pt>
    <dgm:pt modelId="{53C3AF78-021A-490E-8B24-EB3464900933}">
      <dgm:prSet/>
      <dgm:spPr>
        <a:solidFill>
          <a:schemeClr val="bg1"/>
        </a:solidFill>
      </dgm:spPr>
      <dgm:t>
        <a:bodyPr/>
        <a:lstStyle/>
        <a:p>
          <a:r>
            <a:rPr lang="en-US" b="0" i="0" baseline="0" dirty="0"/>
            <a:t>Great Learning</a:t>
          </a:r>
          <a:endParaRPr lang="en-IN" dirty="0"/>
        </a:p>
      </dgm:t>
    </dgm:pt>
    <dgm:pt modelId="{9B20FB70-1829-4228-A532-A17226F4BA81}" type="parTrans" cxnId="{B5A7C183-E8DD-4C32-A443-A69E869F6028}">
      <dgm:prSet/>
      <dgm:spPr/>
      <dgm:t>
        <a:bodyPr/>
        <a:lstStyle/>
        <a:p>
          <a:endParaRPr lang="en-IN"/>
        </a:p>
      </dgm:t>
    </dgm:pt>
    <dgm:pt modelId="{33096974-D4C7-4B99-981D-107847FC6D0D}" type="sibTrans" cxnId="{B5A7C183-E8DD-4C32-A443-A69E869F6028}">
      <dgm:prSet/>
      <dgm:spPr/>
      <dgm:t>
        <a:bodyPr/>
        <a:lstStyle/>
        <a:p>
          <a:endParaRPr lang="en-IN"/>
        </a:p>
      </dgm:t>
    </dgm:pt>
    <dgm:pt modelId="{86AA52B6-F08A-4CA5-B738-739A6B4E9524}">
      <dgm:prSet/>
      <dgm:spPr>
        <a:solidFill>
          <a:schemeClr val="bg1"/>
        </a:solidFill>
      </dgm:spPr>
      <dgm:t>
        <a:bodyPr/>
        <a:lstStyle/>
        <a:p>
          <a:r>
            <a:rPr lang="en-US" b="0" i="0" baseline="0"/>
            <a:t>Simplilearn</a:t>
          </a:r>
          <a:endParaRPr lang="en-IN"/>
        </a:p>
      </dgm:t>
    </dgm:pt>
    <dgm:pt modelId="{24DFFCCB-2ED9-4348-A8C4-836CF400A35F}" type="parTrans" cxnId="{0FF8E19B-99F3-4512-A720-D6DECFBBACB9}">
      <dgm:prSet/>
      <dgm:spPr/>
      <dgm:t>
        <a:bodyPr/>
        <a:lstStyle/>
        <a:p>
          <a:endParaRPr lang="en-IN"/>
        </a:p>
      </dgm:t>
    </dgm:pt>
    <dgm:pt modelId="{CB6053DC-31D4-4BBA-9C66-86CCBF0FF591}" type="sibTrans" cxnId="{0FF8E19B-99F3-4512-A720-D6DECFBBACB9}">
      <dgm:prSet/>
      <dgm:spPr/>
      <dgm:t>
        <a:bodyPr/>
        <a:lstStyle/>
        <a:p>
          <a:endParaRPr lang="en-IN"/>
        </a:p>
      </dgm:t>
    </dgm:pt>
    <dgm:pt modelId="{E6E7872F-A65B-48F8-83D5-1C7F838937B3}">
      <dgm:prSet/>
      <dgm:spPr>
        <a:solidFill>
          <a:schemeClr val="bg1"/>
        </a:solidFill>
      </dgm:spPr>
      <dgm:t>
        <a:bodyPr/>
        <a:lstStyle/>
        <a:p>
          <a:r>
            <a:rPr lang="en-US" b="0" i="0" baseline="0" dirty="0"/>
            <a:t>Coursera</a:t>
          </a:r>
          <a:endParaRPr lang="en-IN" dirty="0"/>
        </a:p>
      </dgm:t>
    </dgm:pt>
    <dgm:pt modelId="{180F35AC-EFC6-4132-8095-C3097F59FB60}" type="parTrans" cxnId="{3FD4348A-BC0F-45E2-9894-BD5AC3BAEFF1}">
      <dgm:prSet/>
      <dgm:spPr/>
      <dgm:t>
        <a:bodyPr/>
        <a:lstStyle/>
        <a:p>
          <a:endParaRPr lang="en-IN"/>
        </a:p>
      </dgm:t>
    </dgm:pt>
    <dgm:pt modelId="{AD3D915E-327F-4019-9113-163C451747C9}" type="sibTrans" cxnId="{3FD4348A-BC0F-45E2-9894-BD5AC3BAEFF1}">
      <dgm:prSet/>
      <dgm:spPr/>
      <dgm:t>
        <a:bodyPr/>
        <a:lstStyle/>
        <a:p>
          <a:endParaRPr lang="en-IN"/>
        </a:p>
      </dgm:t>
    </dgm:pt>
    <dgm:pt modelId="{61270426-35D1-4D0C-9D47-BCED2D91530D}">
      <dgm:prSet/>
      <dgm:spPr>
        <a:solidFill>
          <a:schemeClr val="bg1"/>
        </a:solidFill>
      </dgm:spPr>
      <dgm:t>
        <a:bodyPr/>
        <a:lstStyle/>
        <a:p>
          <a:r>
            <a:rPr lang="en-US" b="0" i="0" baseline="0" dirty="0"/>
            <a:t>Jaro Education</a:t>
          </a:r>
          <a:endParaRPr lang="en-IN" dirty="0"/>
        </a:p>
      </dgm:t>
    </dgm:pt>
    <dgm:pt modelId="{E23BA718-4DF2-4FFB-87D8-61E62F841EB8}" type="parTrans" cxnId="{E6A10DED-9A05-424A-BEF5-2730E2F0104D}">
      <dgm:prSet/>
      <dgm:spPr/>
      <dgm:t>
        <a:bodyPr/>
        <a:lstStyle/>
        <a:p>
          <a:endParaRPr lang="en-IN"/>
        </a:p>
      </dgm:t>
    </dgm:pt>
    <dgm:pt modelId="{9C8DCEA1-6D6D-4901-8C84-4B9C31A8406B}" type="sibTrans" cxnId="{E6A10DED-9A05-424A-BEF5-2730E2F0104D}">
      <dgm:prSet/>
      <dgm:spPr/>
      <dgm:t>
        <a:bodyPr/>
        <a:lstStyle/>
        <a:p>
          <a:endParaRPr lang="en-IN"/>
        </a:p>
      </dgm:t>
    </dgm:pt>
    <dgm:pt modelId="{8E5B8F94-933A-4956-B2DB-162EB3C53E36}" type="pres">
      <dgm:prSet presAssocID="{2B4EF4D3-C5EB-4866-94FC-99434C5CCBB9}" presName="Name0" presStyleCnt="0">
        <dgm:presLayoutVars>
          <dgm:dir/>
          <dgm:resizeHandles val="exact"/>
        </dgm:presLayoutVars>
      </dgm:prSet>
      <dgm:spPr/>
    </dgm:pt>
    <dgm:pt modelId="{755C6866-E8F1-4DE2-9926-E8D68E1A68E3}" type="pres">
      <dgm:prSet presAssocID="{CCDBE35A-094D-4063-966A-B20C72C1970E}" presName="composite" presStyleCnt="0"/>
      <dgm:spPr/>
    </dgm:pt>
    <dgm:pt modelId="{B12D0674-FC22-456C-B7D2-24768228DCEC}" type="pres">
      <dgm:prSet presAssocID="{CCDBE35A-094D-4063-966A-B20C72C1970E}" presName="rect1" presStyleLbl="trAlignAcc1" presStyleIdx="0" presStyleCnt="5">
        <dgm:presLayoutVars>
          <dgm:bulletEnabled val="1"/>
        </dgm:presLayoutVars>
      </dgm:prSet>
      <dgm:spPr/>
    </dgm:pt>
    <dgm:pt modelId="{F93FD9AC-5D46-4AC6-A927-C92E104A544A}" type="pres">
      <dgm:prSet presAssocID="{CCDBE35A-094D-4063-966A-B20C72C1970E}" presName="rect2" presStyleLbl="fgImgPlace1" presStyleIdx="0" presStyleCnt="5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0FFA7AEA-11AD-466E-ACDE-E1E10DD2A397}" type="pres">
      <dgm:prSet presAssocID="{3F9711A8-3EB0-4A33-9210-EC71E7B8F6FB}" presName="sibTrans" presStyleCnt="0"/>
      <dgm:spPr/>
    </dgm:pt>
    <dgm:pt modelId="{BF0367EB-15F1-41BB-97F1-018672D56851}" type="pres">
      <dgm:prSet presAssocID="{53C3AF78-021A-490E-8B24-EB3464900933}" presName="composite" presStyleCnt="0"/>
      <dgm:spPr/>
    </dgm:pt>
    <dgm:pt modelId="{DDC48A77-DC76-4AB5-90A8-845054E3147C}" type="pres">
      <dgm:prSet presAssocID="{53C3AF78-021A-490E-8B24-EB3464900933}" presName="rect1" presStyleLbl="trAlignAcc1" presStyleIdx="1" presStyleCnt="5">
        <dgm:presLayoutVars>
          <dgm:bulletEnabled val="1"/>
        </dgm:presLayoutVars>
      </dgm:prSet>
      <dgm:spPr/>
    </dgm:pt>
    <dgm:pt modelId="{726CCC20-5412-4FB0-9090-347260FAAE1E}" type="pres">
      <dgm:prSet presAssocID="{53C3AF78-021A-490E-8B24-EB3464900933}" presName="rect2" presStyleLbl="fgImgPlace1" presStyleIdx="1" presStyleCnt="5"/>
      <dgm:spPr>
        <a:blipFill rotWithShape="1"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88064DE5-72D5-45B5-A785-BEB14F6D62C3}" type="pres">
      <dgm:prSet presAssocID="{33096974-D4C7-4B99-981D-107847FC6D0D}" presName="sibTrans" presStyleCnt="0"/>
      <dgm:spPr/>
    </dgm:pt>
    <dgm:pt modelId="{A1F5E64F-B950-402C-B75A-7588E219E8E7}" type="pres">
      <dgm:prSet presAssocID="{86AA52B6-F08A-4CA5-B738-739A6B4E9524}" presName="composite" presStyleCnt="0"/>
      <dgm:spPr/>
    </dgm:pt>
    <dgm:pt modelId="{9E0CA2BB-405C-4E67-B226-A2E9CD9D1F64}" type="pres">
      <dgm:prSet presAssocID="{86AA52B6-F08A-4CA5-B738-739A6B4E9524}" presName="rect1" presStyleLbl="trAlignAcc1" presStyleIdx="2" presStyleCnt="5">
        <dgm:presLayoutVars>
          <dgm:bulletEnabled val="1"/>
        </dgm:presLayoutVars>
      </dgm:prSet>
      <dgm:spPr/>
    </dgm:pt>
    <dgm:pt modelId="{C900A972-DDCE-45B3-81A9-E99A2A02FE97}" type="pres">
      <dgm:prSet presAssocID="{86AA52B6-F08A-4CA5-B738-739A6B4E9524}" presName="rect2" presStyleLbl="fgImgPlace1" presStyleIdx="2" presStyleCnt="5"/>
      <dgm:spPr>
        <a:blipFill rotWithShape="1">
          <a:blip xmlns:r="http://schemas.openxmlformats.org/officeDocument/2006/relationships" r:embed="rId3"/>
          <a:srcRect/>
          <a:stretch>
            <a:fillRect l="-39000" r="-39000"/>
          </a:stretch>
        </a:blipFill>
      </dgm:spPr>
    </dgm:pt>
    <dgm:pt modelId="{210299AE-D873-453D-8BA7-616E732953C0}" type="pres">
      <dgm:prSet presAssocID="{CB6053DC-31D4-4BBA-9C66-86CCBF0FF591}" presName="sibTrans" presStyleCnt="0"/>
      <dgm:spPr/>
    </dgm:pt>
    <dgm:pt modelId="{6BC882FC-ADFB-4801-A5EA-1328FB767DDC}" type="pres">
      <dgm:prSet presAssocID="{E6E7872F-A65B-48F8-83D5-1C7F838937B3}" presName="composite" presStyleCnt="0"/>
      <dgm:spPr/>
    </dgm:pt>
    <dgm:pt modelId="{D487A91D-9388-4F27-BB7C-381927891686}" type="pres">
      <dgm:prSet presAssocID="{E6E7872F-A65B-48F8-83D5-1C7F838937B3}" presName="rect1" presStyleLbl="trAlignAcc1" presStyleIdx="3" presStyleCnt="5">
        <dgm:presLayoutVars>
          <dgm:bulletEnabled val="1"/>
        </dgm:presLayoutVars>
      </dgm:prSet>
      <dgm:spPr/>
    </dgm:pt>
    <dgm:pt modelId="{3C7A2678-A513-42BE-94DF-D0ED96A2B60F}" type="pres">
      <dgm:prSet presAssocID="{E6E7872F-A65B-48F8-83D5-1C7F838937B3}" presName="rect2" presStyleLbl="fgImgPlace1" presStyleIdx="3" presStyleCnt="5"/>
      <dgm:spPr>
        <a:blipFill rotWithShape="1"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0C2CAFDC-D8E3-4148-BED7-FE74E697E986}" type="pres">
      <dgm:prSet presAssocID="{AD3D915E-327F-4019-9113-163C451747C9}" presName="sibTrans" presStyleCnt="0"/>
      <dgm:spPr/>
    </dgm:pt>
    <dgm:pt modelId="{937DC161-3F40-4879-B9FD-A0F024F3D945}" type="pres">
      <dgm:prSet presAssocID="{61270426-35D1-4D0C-9D47-BCED2D91530D}" presName="composite" presStyleCnt="0"/>
      <dgm:spPr/>
    </dgm:pt>
    <dgm:pt modelId="{7524644C-9681-40CE-9D09-462237AD7723}" type="pres">
      <dgm:prSet presAssocID="{61270426-35D1-4D0C-9D47-BCED2D91530D}" presName="rect1" presStyleLbl="trAlignAcc1" presStyleIdx="4" presStyleCnt="5">
        <dgm:presLayoutVars>
          <dgm:bulletEnabled val="1"/>
        </dgm:presLayoutVars>
      </dgm:prSet>
      <dgm:spPr/>
    </dgm:pt>
    <dgm:pt modelId="{49E5A8B3-DE10-4473-9997-F5A17FF05E7F}" type="pres">
      <dgm:prSet presAssocID="{61270426-35D1-4D0C-9D47-BCED2D91530D}" presName="rect2" presStyleLbl="fgImgPlace1" presStyleIdx="4" presStyleCnt="5"/>
      <dgm:spPr>
        <a:blipFill rotWithShape="1">
          <a:blip xmlns:r="http://schemas.openxmlformats.org/officeDocument/2006/relationships" r:embed="rId5"/>
          <a:srcRect/>
          <a:stretch>
            <a:fillRect/>
          </a:stretch>
        </a:blipFill>
      </dgm:spPr>
    </dgm:pt>
  </dgm:ptLst>
  <dgm:cxnLst>
    <dgm:cxn modelId="{382C8F05-3AB7-4F9A-BF70-9BA7FACDBD02}" type="presOf" srcId="{53C3AF78-021A-490E-8B24-EB3464900933}" destId="{DDC48A77-DC76-4AB5-90A8-845054E3147C}" srcOrd="0" destOrd="0" presId="urn:microsoft.com/office/officeart/2008/layout/PictureStrips"/>
    <dgm:cxn modelId="{BF33410E-525F-4A80-8C04-C41942BD94A8}" type="presOf" srcId="{2B4EF4D3-C5EB-4866-94FC-99434C5CCBB9}" destId="{8E5B8F94-933A-4956-B2DB-162EB3C53E36}" srcOrd="0" destOrd="0" presId="urn:microsoft.com/office/officeart/2008/layout/PictureStrips"/>
    <dgm:cxn modelId="{54C99D81-DB8B-470E-A9CF-023D1B4BB1A4}" type="presOf" srcId="{61270426-35D1-4D0C-9D47-BCED2D91530D}" destId="{7524644C-9681-40CE-9D09-462237AD7723}" srcOrd="0" destOrd="0" presId="urn:microsoft.com/office/officeart/2008/layout/PictureStrips"/>
    <dgm:cxn modelId="{B5A7C183-E8DD-4C32-A443-A69E869F6028}" srcId="{2B4EF4D3-C5EB-4866-94FC-99434C5CCBB9}" destId="{53C3AF78-021A-490E-8B24-EB3464900933}" srcOrd="1" destOrd="0" parTransId="{9B20FB70-1829-4228-A532-A17226F4BA81}" sibTransId="{33096974-D4C7-4B99-981D-107847FC6D0D}"/>
    <dgm:cxn modelId="{3FD4348A-BC0F-45E2-9894-BD5AC3BAEFF1}" srcId="{2B4EF4D3-C5EB-4866-94FC-99434C5CCBB9}" destId="{E6E7872F-A65B-48F8-83D5-1C7F838937B3}" srcOrd="3" destOrd="0" parTransId="{180F35AC-EFC6-4132-8095-C3097F59FB60}" sibTransId="{AD3D915E-327F-4019-9113-163C451747C9}"/>
    <dgm:cxn modelId="{0FF8E19B-99F3-4512-A720-D6DECFBBACB9}" srcId="{2B4EF4D3-C5EB-4866-94FC-99434C5CCBB9}" destId="{86AA52B6-F08A-4CA5-B738-739A6B4E9524}" srcOrd="2" destOrd="0" parTransId="{24DFFCCB-2ED9-4348-A8C4-836CF400A35F}" sibTransId="{CB6053DC-31D4-4BBA-9C66-86CCBF0FF591}"/>
    <dgm:cxn modelId="{2D7DA7CA-E6B8-4B00-9E87-3F285F13ECF8}" srcId="{2B4EF4D3-C5EB-4866-94FC-99434C5CCBB9}" destId="{CCDBE35A-094D-4063-966A-B20C72C1970E}" srcOrd="0" destOrd="0" parTransId="{508FFB46-F365-4CDF-8606-B3061F746D60}" sibTransId="{3F9711A8-3EB0-4A33-9210-EC71E7B8F6FB}"/>
    <dgm:cxn modelId="{B632CCCE-ECEB-4831-892E-D3FADFD5553B}" type="presOf" srcId="{CCDBE35A-094D-4063-966A-B20C72C1970E}" destId="{B12D0674-FC22-456C-B7D2-24768228DCEC}" srcOrd="0" destOrd="0" presId="urn:microsoft.com/office/officeart/2008/layout/PictureStrips"/>
    <dgm:cxn modelId="{6470ABE8-750E-4705-8E14-5BA01411BD33}" type="presOf" srcId="{86AA52B6-F08A-4CA5-B738-739A6B4E9524}" destId="{9E0CA2BB-405C-4E67-B226-A2E9CD9D1F64}" srcOrd="0" destOrd="0" presId="urn:microsoft.com/office/officeart/2008/layout/PictureStrips"/>
    <dgm:cxn modelId="{E6A10DED-9A05-424A-BEF5-2730E2F0104D}" srcId="{2B4EF4D3-C5EB-4866-94FC-99434C5CCBB9}" destId="{61270426-35D1-4D0C-9D47-BCED2D91530D}" srcOrd="4" destOrd="0" parTransId="{E23BA718-4DF2-4FFB-87D8-61E62F841EB8}" sibTransId="{9C8DCEA1-6D6D-4901-8C84-4B9C31A8406B}"/>
    <dgm:cxn modelId="{34C2D8F5-C064-45F4-BB4A-D9A63F9942CD}" type="presOf" srcId="{E6E7872F-A65B-48F8-83D5-1C7F838937B3}" destId="{D487A91D-9388-4F27-BB7C-381927891686}" srcOrd="0" destOrd="0" presId="urn:microsoft.com/office/officeart/2008/layout/PictureStrips"/>
    <dgm:cxn modelId="{70145F48-90E7-45AC-AC6F-936D52F58EEA}" type="presParOf" srcId="{8E5B8F94-933A-4956-B2DB-162EB3C53E36}" destId="{755C6866-E8F1-4DE2-9926-E8D68E1A68E3}" srcOrd="0" destOrd="0" presId="urn:microsoft.com/office/officeart/2008/layout/PictureStrips"/>
    <dgm:cxn modelId="{15AA2193-D2F2-4664-8018-394E30461D8E}" type="presParOf" srcId="{755C6866-E8F1-4DE2-9926-E8D68E1A68E3}" destId="{B12D0674-FC22-456C-B7D2-24768228DCEC}" srcOrd="0" destOrd="0" presId="urn:microsoft.com/office/officeart/2008/layout/PictureStrips"/>
    <dgm:cxn modelId="{1F9F47ED-8102-4B33-88F9-B1859ACF0C9E}" type="presParOf" srcId="{755C6866-E8F1-4DE2-9926-E8D68E1A68E3}" destId="{F93FD9AC-5D46-4AC6-A927-C92E104A544A}" srcOrd="1" destOrd="0" presId="urn:microsoft.com/office/officeart/2008/layout/PictureStrips"/>
    <dgm:cxn modelId="{EA76CBC5-B4C6-4F49-A28D-FC6B5E10C84C}" type="presParOf" srcId="{8E5B8F94-933A-4956-B2DB-162EB3C53E36}" destId="{0FFA7AEA-11AD-466E-ACDE-E1E10DD2A397}" srcOrd="1" destOrd="0" presId="urn:microsoft.com/office/officeart/2008/layout/PictureStrips"/>
    <dgm:cxn modelId="{9975BBC2-B6F4-4989-BDD0-DA07DEC1551E}" type="presParOf" srcId="{8E5B8F94-933A-4956-B2DB-162EB3C53E36}" destId="{BF0367EB-15F1-41BB-97F1-018672D56851}" srcOrd="2" destOrd="0" presId="urn:microsoft.com/office/officeart/2008/layout/PictureStrips"/>
    <dgm:cxn modelId="{B63A3958-D2AA-488C-8B5F-674A8290F2E9}" type="presParOf" srcId="{BF0367EB-15F1-41BB-97F1-018672D56851}" destId="{DDC48A77-DC76-4AB5-90A8-845054E3147C}" srcOrd="0" destOrd="0" presId="urn:microsoft.com/office/officeart/2008/layout/PictureStrips"/>
    <dgm:cxn modelId="{E74B96A6-C125-4136-AF6E-0CF6F2BBB57D}" type="presParOf" srcId="{BF0367EB-15F1-41BB-97F1-018672D56851}" destId="{726CCC20-5412-4FB0-9090-347260FAAE1E}" srcOrd="1" destOrd="0" presId="urn:microsoft.com/office/officeart/2008/layout/PictureStrips"/>
    <dgm:cxn modelId="{46A72F96-9B4A-40EF-8445-69DA26797229}" type="presParOf" srcId="{8E5B8F94-933A-4956-B2DB-162EB3C53E36}" destId="{88064DE5-72D5-45B5-A785-BEB14F6D62C3}" srcOrd="3" destOrd="0" presId="urn:microsoft.com/office/officeart/2008/layout/PictureStrips"/>
    <dgm:cxn modelId="{D00210DD-274C-413F-B33F-38E1248C51A2}" type="presParOf" srcId="{8E5B8F94-933A-4956-B2DB-162EB3C53E36}" destId="{A1F5E64F-B950-402C-B75A-7588E219E8E7}" srcOrd="4" destOrd="0" presId="urn:microsoft.com/office/officeart/2008/layout/PictureStrips"/>
    <dgm:cxn modelId="{171879F0-4071-4336-B220-52AE995783D8}" type="presParOf" srcId="{A1F5E64F-B950-402C-B75A-7588E219E8E7}" destId="{9E0CA2BB-405C-4E67-B226-A2E9CD9D1F64}" srcOrd="0" destOrd="0" presId="urn:microsoft.com/office/officeart/2008/layout/PictureStrips"/>
    <dgm:cxn modelId="{A4905882-0780-48DB-8EEF-B8A07C66A1E3}" type="presParOf" srcId="{A1F5E64F-B950-402C-B75A-7588E219E8E7}" destId="{C900A972-DDCE-45B3-81A9-E99A2A02FE97}" srcOrd="1" destOrd="0" presId="urn:microsoft.com/office/officeart/2008/layout/PictureStrips"/>
    <dgm:cxn modelId="{636A9289-BA34-4B1D-B16A-C3E251F1435C}" type="presParOf" srcId="{8E5B8F94-933A-4956-B2DB-162EB3C53E36}" destId="{210299AE-D873-453D-8BA7-616E732953C0}" srcOrd="5" destOrd="0" presId="urn:microsoft.com/office/officeart/2008/layout/PictureStrips"/>
    <dgm:cxn modelId="{70906B28-935B-4E60-95E1-BEE3848ACDFD}" type="presParOf" srcId="{8E5B8F94-933A-4956-B2DB-162EB3C53E36}" destId="{6BC882FC-ADFB-4801-A5EA-1328FB767DDC}" srcOrd="6" destOrd="0" presId="urn:microsoft.com/office/officeart/2008/layout/PictureStrips"/>
    <dgm:cxn modelId="{DB7E4E19-97C3-4555-9787-48A4C409932A}" type="presParOf" srcId="{6BC882FC-ADFB-4801-A5EA-1328FB767DDC}" destId="{D487A91D-9388-4F27-BB7C-381927891686}" srcOrd="0" destOrd="0" presId="urn:microsoft.com/office/officeart/2008/layout/PictureStrips"/>
    <dgm:cxn modelId="{E518126C-A3B9-448E-AA53-E88D8906C500}" type="presParOf" srcId="{6BC882FC-ADFB-4801-A5EA-1328FB767DDC}" destId="{3C7A2678-A513-42BE-94DF-D0ED96A2B60F}" srcOrd="1" destOrd="0" presId="urn:microsoft.com/office/officeart/2008/layout/PictureStrips"/>
    <dgm:cxn modelId="{68524ED7-6661-460D-928E-4F028065B20E}" type="presParOf" srcId="{8E5B8F94-933A-4956-B2DB-162EB3C53E36}" destId="{0C2CAFDC-D8E3-4148-BED7-FE74E697E986}" srcOrd="7" destOrd="0" presId="urn:microsoft.com/office/officeart/2008/layout/PictureStrips"/>
    <dgm:cxn modelId="{D48BDC96-514B-4563-8C26-799F470E312F}" type="presParOf" srcId="{8E5B8F94-933A-4956-B2DB-162EB3C53E36}" destId="{937DC161-3F40-4879-B9FD-A0F024F3D945}" srcOrd="8" destOrd="0" presId="urn:microsoft.com/office/officeart/2008/layout/PictureStrips"/>
    <dgm:cxn modelId="{E7C95F10-733C-4D63-9B04-6B51B4F4FA5F}" type="presParOf" srcId="{937DC161-3F40-4879-B9FD-A0F024F3D945}" destId="{7524644C-9681-40CE-9D09-462237AD7723}" srcOrd="0" destOrd="0" presId="urn:microsoft.com/office/officeart/2008/layout/PictureStrips"/>
    <dgm:cxn modelId="{3060844B-6759-4032-8DD6-EB0797D32260}" type="presParOf" srcId="{937DC161-3F40-4879-B9FD-A0F024F3D945}" destId="{49E5A8B3-DE10-4473-9997-F5A17FF05E7F}" srcOrd="1" destOrd="0" presId="urn:microsoft.com/office/officeart/2008/layout/PictureStrips"/>
  </dgm:cxnLst>
  <dgm:bg>
    <a:solidFill>
      <a:schemeClr val="bg1"/>
    </a:solidFill>
  </dgm:bg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08556A-1F75-4369-A745-F76F9C426155}" type="doc">
      <dgm:prSet loTypeId="urn:microsoft.com/office/officeart/2005/8/layout/vList2" loCatId="list" qsTypeId="urn:microsoft.com/office/officeart/2005/8/quickstyle/simple3" qsCatId="simple" csTypeId="urn:microsoft.com/office/officeart/2005/8/colors/accent0_2" csCatId="mainScheme"/>
      <dgm:spPr/>
      <dgm:t>
        <a:bodyPr/>
        <a:lstStyle/>
        <a:p>
          <a:endParaRPr lang="en-IN"/>
        </a:p>
      </dgm:t>
    </dgm:pt>
    <dgm:pt modelId="{3A226A30-D429-4409-9711-B47FF4A7905A}">
      <dgm:prSet/>
      <dgm:spPr/>
      <dgm:t>
        <a:bodyPr/>
        <a:lstStyle/>
        <a:p>
          <a:r>
            <a:rPr lang="en-US" b="1" dirty="0"/>
            <a:t>Key Industry Patterns</a:t>
          </a:r>
          <a:endParaRPr lang="en-IN" dirty="0"/>
        </a:p>
      </dgm:t>
    </dgm:pt>
    <dgm:pt modelId="{4EF22BDB-D056-42BA-95A1-768528913499}" type="parTrans" cxnId="{892C87A5-AEF4-45C3-825A-265775337883}">
      <dgm:prSet/>
      <dgm:spPr/>
      <dgm:t>
        <a:bodyPr/>
        <a:lstStyle/>
        <a:p>
          <a:endParaRPr lang="en-IN"/>
        </a:p>
      </dgm:t>
    </dgm:pt>
    <dgm:pt modelId="{79E09FF2-D2A4-44BF-B1C9-5E6765B2E39F}" type="sibTrans" cxnId="{892C87A5-AEF4-45C3-825A-265775337883}">
      <dgm:prSet/>
      <dgm:spPr/>
      <dgm:t>
        <a:bodyPr/>
        <a:lstStyle/>
        <a:p>
          <a:endParaRPr lang="en-IN"/>
        </a:p>
      </dgm:t>
    </dgm:pt>
    <dgm:pt modelId="{0F8DFF67-9D79-4AE6-8A7B-7B0FDA09C7F5}">
      <dgm:prSet/>
      <dgm:spPr/>
      <dgm:t>
        <a:bodyPr/>
        <a:lstStyle/>
        <a:p>
          <a:r>
            <a:rPr lang="en-US"/>
            <a:t>Career growth and salary-focused messaging</a:t>
          </a:r>
          <a:endParaRPr lang="en-IN"/>
        </a:p>
      </dgm:t>
    </dgm:pt>
    <dgm:pt modelId="{7C86A646-FAC5-4B08-BAF9-85DF7223C7AF}" type="parTrans" cxnId="{5DA02EBE-47D2-4B2B-B0A2-D4EA217D7620}">
      <dgm:prSet/>
      <dgm:spPr/>
      <dgm:t>
        <a:bodyPr/>
        <a:lstStyle/>
        <a:p>
          <a:endParaRPr lang="en-IN"/>
        </a:p>
      </dgm:t>
    </dgm:pt>
    <dgm:pt modelId="{DBB5B6E9-394A-4D9B-A291-739DF51935E7}" type="sibTrans" cxnId="{5DA02EBE-47D2-4B2B-B0A2-D4EA217D7620}">
      <dgm:prSet/>
      <dgm:spPr/>
      <dgm:t>
        <a:bodyPr/>
        <a:lstStyle/>
        <a:p>
          <a:endParaRPr lang="en-IN"/>
        </a:p>
      </dgm:t>
    </dgm:pt>
    <dgm:pt modelId="{8F756BD5-D4CA-4955-844E-854AD74651AC}">
      <dgm:prSet/>
      <dgm:spPr/>
      <dgm:t>
        <a:bodyPr/>
        <a:lstStyle/>
        <a:p>
          <a:r>
            <a:rPr lang="en-US"/>
            <a:t>Strong use of university and tech partnerships</a:t>
          </a:r>
          <a:endParaRPr lang="en-IN"/>
        </a:p>
      </dgm:t>
    </dgm:pt>
    <dgm:pt modelId="{FAD56C6C-67AE-4A3B-9FF4-8B4BE27EF28D}" type="parTrans" cxnId="{2B4D5F9F-E79C-46D6-B102-8857BAA1ACFC}">
      <dgm:prSet/>
      <dgm:spPr/>
      <dgm:t>
        <a:bodyPr/>
        <a:lstStyle/>
        <a:p>
          <a:endParaRPr lang="en-IN"/>
        </a:p>
      </dgm:t>
    </dgm:pt>
    <dgm:pt modelId="{DBDC7742-0BB1-4975-BC11-46256E0C7DE3}" type="sibTrans" cxnId="{2B4D5F9F-E79C-46D6-B102-8857BAA1ACFC}">
      <dgm:prSet/>
      <dgm:spPr/>
      <dgm:t>
        <a:bodyPr/>
        <a:lstStyle/>
        <a:p>
          <a:endParaRPr lang="en-IN"/>
        </a:p>
      </dgm:t>
    </dgm:pt>
    <dgm:pt modelId="{D8FD8ACA-90D5-4E95-BC73-AF20F90E5167}">
      <dgm:prSet/>
      <dgm:spPr/>
      <dgm:t>
        <a:bodyPr/>
        <a:lstStyle/>
        <a:p>
          <a:r>
            <a:rPr lang="en-US"/>
            <a:t>Heavy focus on AI, data, and management programs</a:t>
          </a:r>
          <a:endParaRPr lang="en-IN"/>
        </a:p>
      </dgm:t>
    </dgm:pt>
    <dgm:pt modelId="{EC93D933-F63E-45ED-8FC9-37C685CB5E22}" type="parTrans" cxnId="{E7CBCB95-C3D0-4B03-AEB5-513D89A238C3}">
      <dgm:prSet/>
      <dgm:spPr/>
      <dgm:t>
        <a:bodyPr/>
        <a:lstStyle/>
        <a:p>
          <a:endParaRPr lang="en-IN"/>
        </a:p>
      </dgm:t>
    </dgm:pt>
    <dgm:pt modelId="{9488460A-A07C-4725-B725-D3584A56D80A}" type="sibTrans" cxnId="{E7CBCB95-C3D0-4B03-AEB5-513D89A238C3}">
      <dgm:prSet/>
      <dgm:spPr/>
      <dgm:t>
        <a:bodyPr/>
        <a:lstStyle/>
        <a:p>
          <a:endParaRPr lang="en-IN"/>
        </a:p>
      </dgm:t>
    </dgm:pt>
    <dgm:pt modelId="{A14625D8-6370-41CA-BEC1-CCD4CB0BD4A3}">
      <dgm:prSet/>
      <dgm:spPr/>
      <dgm:t>
        <a:bodyPr/>
        <a:lstStyle/>
        <a:p>
          <a:r>
            <a:rPr lang="en-US" b="1"/>
            <a:t>Common Gaps</a:t>
          </a:r>
          <a:endParaRPr lang="en-IN"/>
        </a:p>
      </dgm:t>
    </dgm:pt>
    <dgm:pt modelId="{0DE8CF00-D595-4A33-BF51-DEA10AC5A978}" type="parTrans" cxnId="{2E6BE2C4-7AD0-4655-B3BF-757B8F075259}">
      <dgm:prSet/>
      <dgm:spPr/>
      <dgm:t>
        <a:bodyPr/>
        <a:lstStyle/>
        <a:p>
          <a:endParaRPr lang="en-IN"/>
        </a:p>
      </dgm:t>
    </dgm:pt>
    <dgm:pt modelId="{C1F401B6-137F-417F-9DC9-F7728542FB51}" type="sibTrans" cxnId="{2E6BE2C4-7AD0-4655-B3BF-757B8F075259}">
      <dgm:prSet/>
      <dgm:spPr/>
      <dgm:t>
        <a:bodyPr/>
        <a:lstStyle/>
        <a:p>
          <a:endParaRPr lang="en-IN"/>
        </a:p>
      </dgm:t>
    </dgm:pt>
    <dgm:pt modelId="{016FFCA8-25E6-47AC-B8D9-7472EED82446}">
      <dgm:prSet/>
      <dgm:spPr/>
      <dgm:t>
        <a:bodyPr/>
        <a:lstStyle/>
        <a:p>
          <a:r>
            <a:rPr lang="en-US"/>
            <a:t>Repetitive messaging across brands</a:t>
          </a:r>
          <a:endParaRPr lang="en-IN"/>
        </a:p>
      </dgm:t>
    </dgm:pt>
    <dgm:pt modelId="{A7BBAEA4-DC2A-47E3-832C-0100B7E7EEFB}" type="parTrans" cxnId="{BC0EE8BE-80C4-4748-B682-DD844FA39CBC}">
      <dgm:prSet/>
      <dgm:spPr/>
      <dgm:t>
        <a:bodyPr/>
        <a:lstStyle/>
        <a:p>
          <a:endParaRPr lang="en-IN"/>
        </a:p>
      </dgm:t>
    </dgm:pt>
    <dgm:pt modelId="{018A2B38-0D01-45EB-A2A3-39028911AA62}" type="sibTrans" cxnId="{BC0EE8BE-80C4-4748-B682-DD844FA39CBC}">
      <dgm:prSet/>
      <dgm:spPr/>
      <dgm:t>
        <a:bodyPr/>
        <a:lstStyle/>
        <a:p>
          <a:endParaRPr lang="en-IN"/>
        </a:p>
      </dgm:t>
    </dgm:pt>
    <dgm:pt modelId="{AB1E96CB-88EC-476E-8172-73157B9F9ADC}">
      <dgm:prSet/>
      <dgm:spPr/>
      <dgm:t>
        <a:bodyPr/>
        <a:lstStyle/>
        <a:p>
          <a:r>
            <a:rPr lang="en-US"/>
            <a:t>Limited emotional storytelling</a:t>
          </a:r>
          <a:endParaRPr lang="en-IN"/>
        </a:p>
      </dgm:t>
    </dgm:pt>
    <dgm:pt modelId="{B3109A1E-1724-4C72-BB83-E534728F158B}" type="parTrans" cxnId="{74F83D54-B6EE-4E72-9940-0A3A109E61B4}">
      <dgm:prSet/>
      <dgm:spPr/>
      <dgm:t>
        <a:bodyPr/>
        <a:lstStyle/>
        <a:p>
          <a:endParaRPr lang="en-IN"/>
        </a:p>
      </dgm:t>
    </dgm:pt>
    <dgm:pt modelId="{2AC899B0-F3B2-4B6C-BA74-A0D898B8DD38}" type="sibTrans" cxnId="{74F83D54-B6EE-4E72-9940-0A3A109E61B4}">
      <dgm:prSet/>
      <dgm:spPr/>
      <dgm:t>
        <a:bodyPr/>
        <a:lstStyle/>
        <a:p>
          <a:endParaRPr lang="en-IN"/>
        </a:p>
      </dgm:t>
    </dgm:pt>
    <dgm:pt modelId="{87DA824E-6C25-4D64-A85F-F7721FC9AFAE}">
      <dgm:prSet/>
      <dgm:spPr/>
      <dgm:t>
        <a:bodyPr/>
        <a:lstStyle/>
        <a:p>
          <a:r>
            <a:rPr lang="en-US" b="1"/>
            <a:t>Opportunity for Our Brand</a:t>
          </a:r>
          <a:endParaRPr lang="en-IN"/>
        </a:p>
      </dgm:t>
    </dgm:pt>
    <dgm:pt modelId="{9725C374-5288-46C8-A151-02736B1E8AA7}" type="parTrans" cxnId="{4BAA2439-2BCA-498F-89BF-7E33BD86D024}">
      <dgm:prSet/>
      <dgm:spPr/>
      <dgm:t>
        <a:bodyPr/>
        <a:lstStyle/>
        <a:p>
          <a:endParaRPr lang="en-IN"/>
        </a:p>
      </dgm:t>
    </dgm:pt>
    <dgm:pt modelId="{1F3E3452-F0CC-4941-91D9-D163D8F64E7B}" type="sibTrans" cxnId="{4BAA2439-2BCA-498F-89BF-7E33BD86D024}">
      <dgm:prSet/>
      <dgm:spPr/>
      <dgm:t>
        <a:bodyPr/>
        <a:lstStyle/>
        <a:p>
          <a:endParaRPr lang="en-IN"/>
        </a:p>
      </dgm:t>
    </dgm:pt>
    <dgm:pt modelId="{934845A6-07A3-4325-B0E5-5C5548E53234}">
      <dgm:prSet/>
      <dgm:spPr/>
      <dgm:t>
        <a:bodyPr/>
        <a:lstStyle/>
        <a:p>
          <a:r>
            <a:rPr lang="en-US"/>
            <a:t>Use real learner success stories</a:t>
          </a:r>
          <a:endParaRPr lang="en-IN"/>
        </a:p>
      </dgm:t>
    </dgm:pt>
    <dgm:pt modelId="{79CBE475-12A2-4955-8DA3-6E185A80D631}" type="parTrans" cxnId="{46E6FFAA-5078-4933-86E0-71A59809E3D7}">
      <dgm:prSet/>
      <dgm:spPr/>
      <dgm:t>
        <a:bodyPr/>
        <a:lstStyle/>
        <a:p>
          <a:endParaRPr lang="en-IN"/>
        </a:p>
      </dgm:t>
    </dgm:pt>
    <dgm:pt modelId="{D6F2178C-1214-482C-95C7-556839E5F488}" type="sibTrans" cxnId="{46E6FFAA-5078-4933-86E0-71A59809E3D7}">
      <dgm:prSet/>
      <dgm:spPr/>
      <dgm:t>
        <a:bodyPr/>
        <a:lstStyle/>
        <a:p>
          <a:endParaRPr lang="en-IN"/>
        </a:p>
      </dgm:t>
    </dgm:pt>
    <dgm:pt modelId="{DF6C138C-3C62-46AE-8A02-C86CCF87C8A7}">
      <dgm:prSet/>
      <dgm:spPr/>
      <dgm:t>
        <a:bodyPr/>
        <a:lstStyle/>
        <a:p>
          <a:r>
            <a:rPr lang="en-US"/>
            <a:t>Build stronger aspirational messaging</a:t>
          </a:r>
          <a:endParaRPr lang="en-IN"/>
        </a:p>
      </dgm:t>
    </dgm:pt>
    <dgm:pt modelId="{6356A70C-ECEC-4DC5-BD4D-525ADA383568}" type="parTrans" cxnId="{4094811A-23AB-4E60-85DD-17653EF6C8CD}">
      <dgm:prSet/>
      <dgm:spPr/>
      <dgm:t>
        <a:bodyPr/>
        <a:lstStyle/>
        <a:p>
          <a:endParaRPr lang="en-IN"/>
        </a:p>
      </dgm:t>
    </dgm:pt>
    <dgm:pt modelId="{FAC3DE4E-0E3C-4E1E-89D6-03046ABD8265}" type="sibTrans" cxnId="{4094811A-23AB-4E60-85DD-17653EF6C8CD}">
      <dgm:prSet/>
      <dgm:spPr/>
      <dgm:t>
        <a:bodyPr/>
        <a:lstStyle/>
        <a:p>
          <a:endParaRPr lang="en-IN"/>
        </a:p>
      </dgm:t>
    </dgm:pt>
    <dgm:pt modelId="{DF7D5435-A800-4B59-8EEA-64FA312CDE8F}">
      <dgm:prSet/>
      <dgm:spPr/>
      <dgm:t>
        <a:bodyPr/>
        <a:lstStyle/>
        <a:p>
          <a:r>
            <a:rPr lang="en-US"/>
            <a:t>Create more distinctive positioning</a:t>
          </a:r>
          <a:endParaRPr lang="en-IN"/>
        </a:p>
      </dgm:t>
    </dgm:pt>
    <dgm:pt modelId="{76884955-22D0-4513-A0E9-73A159199923}" type="parTrans" cxnId="{72156BA6-383A-4415-A96C-A33222C81C02}">
      <dgm:prSet/>
      <dgm:spPr/>
      <dgm:t>
        <a:bodyPr/>
        <a:lstStyle/>
        <a:p>
          <a:endParaRPr lang="en-IN"/>
        </a:p>
      </dgm:t>
    </dgm:pt>
    <dgm:pt modelId="{D0A3837A-8B50-41E4-95F5-F322FB0A876B}" type="sibTrans" cxnId="{72156BA6-383A-4415-A96C-A33222C81C02}">
      <dgm:prSet/>
      <dgm:spPr/>
      <dgm:t>
        <a:bodyPr/>
        <a:lstStyle/>
        <a:p>
          <a:endParaRPr lang="en-IN"/>
        </a:p>
      </dgm:t>
    </dgm:pt>
    <dgm:pt modelId="{304D2705-88CF-4920-A63F-3B19CC9F7E46}" type="pres">
      <dgm:prSet presAssocID="{8C08556A-1F75-4369-A745-F76F9C426155}" presName="linear" presStyleCnt="0">
        <dgm:presLayoutVars>
          <dgm:animLvl val="lvl"/>
          <dgm:resizeHandles val="exact"/>
        </dgm:presLayoutVars>
      </dgm:prSet>
      <dgm:spPr/>
    </dgm:pt>
    <dgm:pt modelId="{B9C52D52-7D08-4656-8209-8772C04C1C82}" type="pres">
      <dgm:prSet presAssocID="{3A226A30-D429-4409-9711-B47FF4A790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908337-0669-4606-8F00-3A130C5CFB96}" type="pres">
      <dgm:prSet presAssocID="{3A226A30-D429-4409-9711-B47FF4A7905A}" presName="childText" presStyleLbl="revTx" presStyleIdx="0" presStyleCnt="3">
        <dgm:presLayoutVars>
          <dgm:bulletEnabled val="1"/>
        </dgm:presLayoutVars>
      </dgm:prSet>
      <dgm:spPr/>
    </dgm:pt>
    <dgm:pt modelId="{A3C2E751-201C-4C68-BCFC-0063B10523A3}" type="pres">
      <dgm:prSet presAssocID="{A14625D8-6370-41CA-BEC1-CCD4CB0BD4A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6BF3654-D681-4A65-99A0-70137A390D35}" type="pres">
      <dgm:prSet presAssocID="{A14625D8-6370-41CA-BEC1-CCD4CB0BD4A3}" presName="childText" presStyleLbl="revTx" presStyleIdx="1" presStyleCnt="3">
        <dgm:presLayoutVars>
          <dgm:bulletEnabled val="1"/>
        </dgm:presLayoutVars>
      </dgm:prSet>
      <dgm:spPr/>
    </dgm:pt>
    <dgm:pt modelId="{D41650EC-C882-4380-A991-CE1C77EC5113}" type="pres">
      <dgm:prSet presAssocID="{87DA824E-6C25-4D64-A85F-F7721FC9AFA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2F6FA65-526A-4330-BD76-4A6A810E84B3}" type="pres">
      <dgm:prSet presAssocID="{87DA824E-6C25-4D64-A85F-F7721FC9AFA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34FEF914-83BB-4511-AE32-1EA247621EFD}" type="presOf" srcId="{DF6C138C-3C62-46AE-8A02-C86CCF87C8A7}" destId="{62F6FA65-526A-4330-BD76-4A6A810E84B3}" srcOrd="0" destOrd="1" presId="urn:microsoft.com/office/officeart/2005/8/layout/vList2"/>
    <dgm:cxn modelId="{8DE8B715-E7E9-4E92-89DD-F518E3F86504}" type="presOf" srcId="{934845A6-07A3-4325-B0E5-5C5548E53234}" destId="{62F6FA65-526A-4330-BD76-4A6A810E84B3}" srcOrd="0" destOrd="0" presId="urn:microsoft.com/office/officeart/2005/8/layout/vList2"/>
    <dgm:cxn modelId="{4094811A-23AB-4E60-85DD-17653EF6C8CD}" srcId="{87DA824E-6C25-4D64-A85F-F7721FC9AFAE}" destId="{DF6C138C-3C62-46AE-8A02-C86CCF87C8A7}" srcOrd="1" destOrd="0" parTransId="{6356A70C-ECEC-4DC5-BD4D-525ADA383568}" sibTransId="{FAC3DE4E-0E3C-4E1E-89D6-03046ABD8265}"/>
    <dgm:cxn modelId="{98E9AB2F-1274-49BD-B54F-B266CEF836BE}" type="presOf" srcId="{87DA824E-6C25-4D64-A85F-F7721FC9AFAE}" destId="{D41650EC-C882-4380-A991-CE1C77EC5113}" srcOrd="0" destOrd="0" presId="urn:microsoft.com/office/officeart/2005/8/layout/vList2"/>
    <dgm:cxn modelId="{4BAA2439-2BCA-498F-89BF-7E33BD86D024}" srcId="{8C08556A-1F75-4369-A745-F76F9C426155}" destId="{87DA824E-6C25-4D64-A85F-F7721FC9AFAE}" srcOrd="2" destOrd="0" parTransId="{9725C374-5288-46C8-A151-02736B1E8AA7}" sibTransId="{1F3E3452-F0CC-4941-91D9-D163D8F64E7B}"/>
    <dgm:cxn modelId="{86B08A5F-AC1D-46E7-A04F-39614A0FB974}" type="presOf" srcId="{D8FD8ACA-90D5-4E95-BC73-AF20F90E5167}" destId="{BC908337-0669-4606-8F00-3A130C5CFB96}" srcOrd="0" destOrd="2" presId="urn:microsoft.com/office/officeart/2005/8/layout/vList2"/>
    <dgm:cxn modelId="{58F5964B-079B-4C2B-AA77-2D8E2C8EB98F}" type="presOf" srcId="{A14625D8-6370-41CA-BEC1-CCD4CB0BD4A3}" destId="{A3C2E751-201C-4C68-BCFC-0063B10523A3}" srcOrd="0" destOrd="0" presId="urn:microsoft.com/office/officeart/2005/8/layout/vList2"/>
    <dgm:cxn modelId="{AD68B84E-672B-42BB-8252-225168442738}" type="presOf" srcId="{3A226A30-D429-4409-9711-B47FF4A7905A}" destId="{B9C52D52-7D08-4656-8209-8772C04C1C82}" srcOrd="0" destOrd="0" presId="urn:microsoft.com/office/officeart/2005/8/layout/vList2"/>
    <dgm:cxn modelId="{8991E552-BD03-4F42-8DE9-80DB6DD93EBD}" type="presOf" srcId="{016FFCA8-25E6-47AC-B8D9-7472EED82446}" destId="{86BF3654-D681-4A65-99A0-70137A390D35}" srcOrd="0" destOrd="0" presId="urn:microsoft.com/office/officeart/2005/8/layout/vList2"/>
    <dgm:cxn modelId="{2889FB72-515D-492B-B3FC-FE90E1DC496D}" type="presOf" srcId="{DF7D5435-A800-4B59-8EEA-64FA312CDE8F}" destId="{62F6FA65-526A-4330-BD76-4A6A810E84B3}" srcOrd="0" destOrd="2" presId="urn:microsoft.com/office/officeart/2005/8/layout/vList2"/>
    <dgm:cxn modelId="{74F83D54-B6EE-4E72-9940-0A3A109E61B4}" srcId="{A14625D8-6370-41CA-BEC1-CCD4CB0BD4A3}" destId="{AB1E96CB-88EC-476E-8172-73157B9F9ADC}" srcOrd="1" destOrd="0" parTransId="{B3109A1E-1724-4C72-BB83-E534728F158B}" sibTransId="{2AC899B0-F3B2-4B6C-BA74-A0D898B8DD38}"/>
    <dgm:cxn modelId="{45FAFF77-EA0A-4BFA-9383-7D4F3FBAC5A4}" type="presOf" srcId="{8F756BD5-D4CA-4955-844E-854AD74651AC}" destId="{BC908337-0669-4606-8F00-3A130C5CFB96}" srcOrd="0" destOrd="1" presId="urn:microsoft.com/office/officeart/2005/8/layout/vList2"/>
    <dgm:cxn modelId="{FAC2F490-8FAB-4C9E-A3DF-55AD79B53C54}" type="presOf" srcId="{8C08556A-1F75-4369-A745-F76F9C426155}" destId="{304D2705-88CF-4920-A63F-3B19CC9F7E46}" srcOrd="0" destOrd="0" presId="urn:microsoft.com/office/officeart/2005/8/layout/vList2"/>
    <dgm:cxn modelId="{E7CBCB95-C3D0-4B03-AEB5-513D89A238C3}" srcId="{3A226A30-D429-4409-9711-B47FF4A7905A}" destId="{D8FD8ACA-90D5-4E95-BC73-AF20F90E5167}" srcOrd="2" destOrd="0" parTransId="{EC93D933-F63E-45ED-8FC9-37C685CB5E22}" sibTransId="{9488460A-A07C-4725-B725-D3584A56D80A}"/>
    <dgm:cxn modelId="{2B4D5F9F-E79C-46D6-B102-8857BAA1ACFC}" srcId="{3A226A30-D429-4409-9711-B47FF4A7905A}" destId="{8F756BD5-D4CA-4955-844E-854AD74651AC}" srcOrd="1" destOrd="0" parTransId="{FAD56C6C-67AE-4A3B-9FF4-8B4BE27EF28D}" sibTransId="{DBDC7742-0BB1-4975-BC11-46256E0C7DE3}"/>
    <dgm:cxn modelId="{916410A1-AE6D-4684-AA0F-A96017C2153D}" type="presOf" srcId="{AB1E96CB-88EC-476E-8172-73157B9F9ADC}" destId="{86BF3654-D681-4A65-99A0-70137A390D35}" srcOrd="0" destOrd="1" presId="urn:microsoft.com/office/officeart/2005/8/layout/vList2"/>
    <dgm:cxn modelId="{892C87A5-AEF4-45C3-825A-265775337883}" srcId="{8C08556A-1F75-4369-A745-F76F9C426155}" destId="{3A226A30-D429-4409-9711-B47FF4A7905A}" srcOrd="0" destOrd="0" parTransId="{4EF22BDB-D056-42BA-95A1-768528913499}" sibTransId="{79E09FF2-D2A4-44BF-B1C9-5E6765B2E39F}"/>
    <dgm:cxn modelId="{72156BA6-383A-4415-A96C-A33222C81C02}" srcId="{87DA824E-6C25-4D64-A85F-F7721FC9AFAE}" destId="{DF7D5435-A800-4B59-8EEA-64FA312CDE8F}" srcOrd="2" destOrd="0" parTransId="{76884955-22D0-4513-A0E9-73A159199923}" sibTransId="{D0A3837A-8B50-41E4-95F5-F322FB0A876B}"/>
    <dgm:cxn modelId="{46E6FFAA-5078-4933-86E0-71A59809E3D7}" srcId="{87DA824E-6C25-4D64-A85F-F7721FC9AFAE}" destId="{934845A6-07A3-4325-B0E5-5C5548E53234}" srcOrd="0" destOrd="0" parTransId="{79CBE475-12A2-4955-8DA3-6E185A80D631}" sibTransId="{D6F2178C-1214-482C-95C7-556839E5F488}"/>
    <dgm:cxn modelId="{5DA02EBE-47D2-4B2B-B0A2-D4EA217D7620}" srcId="{3A226A30-D429-4409-9711-B47FF4A7905A}" destId="{0F8DFF67-9D79-4AE6-8A7B-7B0FDA09C7F5}" srcOrd="0" destOrd="0" parTransId="{7C86A646-FAC5-4B08-BAF9-85DF7223C7AF}" sibTransId="{DBB5B6E9-394A-4D9B-A291-739DF51935E7}"/>
    <dgm:cxn modelId="{BC0EE8BE-80C4-4748-B682-DD844FA39CBC}" srcId="{A14625D8-6370-41CA-BEC1-CCD4CB0BD4A3}" destId="{016FFCA8-25E6-47AC-B8D9-7472EED82446}" srcOrd="0" destOrd="0" parTransId="{A7BBAEA4-DC2A-47E3-832C-0100B7E7EEFB}" sibTransId="{018A2B38-0D01-45EB-A2A3-39028911AA62}"/>
    <dgm:cxn modelId="{2E6BE2C4-7AD0-4655-B3BF-757B8F075259}" srcId="{8C08556A-1F75-4369-A745-F76F9C426155}" destId="{A14625D8-6370-41CA-BEC1-CCD4CB0BD4A3}" srcOrd="1" destOrd="0" parTransId="{0DE8CF00-D595-4A33-BF51-DEA10AC5A978}" sibTransId="{C1F401B6-137F-417F-9DC9-F7728542FB51}"/>
    <dgm:cxn modelId="{378858CE-2A8D-4EBB-9C9E-77A3C256DD48}" type="presOf" srcId="{0F8DFF67-9D79-4AE6-8A7B-7B0FDA09C7F5}" destId="{BC908337-0669-4606-8F00-3A130C5CFB96}" srcOrd="0" destOrd="0" presId="urn:microsoft.com/office/officeart/2005/8/layout/vList2"/>
    <dgm:cxn modelId="{A940E975-3EC8-46A6-82AC-5C3EE123A6EC}" type="presParOf" srcId="{304D2705-88CF-4920-A63F-3B19CC9F7E46}" destId="{B9C52D52-7D08-4656-8209-8772C04C1C82}" srcOrd="0" destOrd="0" presId="urn:microsoft.com/office/officeart/2005/8/layout/vList2"/>
    <dgm:cxn modelId="{BCA22D43-8F9F-463C-93C6-E8687969A071}" type="presParOf" srcId="{304D2705-88CF-4920-A63F-3B19CC9F7E46}" destId="{BC908337-0669-4606-8F00-3A130C5CFB96}" srcOrd="1" destOrd="0" presId="urn:microsoft.com/office/officeart/2005/8/layout/vList2"/>
    <dgm:cxn modelId="{CB93E9F4-A04E-4DEF-8B9D-5E82D9D8F18D}" type="presParOf" srcId="{304D2705-88CF-4920-A63F-3B19CC9F7E46}" destId="{A3C2E751-201C-4C68-BCFC-0063B10523A3}" srcOrd="2" destOrd="0" presId="urn:microsoft.com/office/officeart/2005/8/layout/vList2"/>
    <dgm:cxn modelId="{158F3F89-8D47-44D5-AF59-151ABEC0235D}" type="presParOf" srcId="{304D2705-88CF-4920-A63F-3B19CC9F7E46}" destId="{86BF3654-D681-4A65-99A0-70137A390D35}" srcOrd="3" destOrd="0" presId="urn:microsoft.com/office/officeart/2005/8/layout/vList2"/>
    <dgm:cxn modelId="{1407B8A6-F001-4773-B89C-7D10684E677E}" type="presParOf" srcId="{304D2705-88CF-4920-A63F-3B19CC9F7E46}" destId="{D41650EC-C882-4380-A991-CE1C77EC5113}" srcOrd="4" destOrd="0" presId="urn:microsoft.com/office/officeart/2005/8/layout/vList2"/>
    <dgm:cxn modelId="{80A36789-11D7-4FF8-82A4-BC681D19A321}" type="presParOf" srcId="{304D2705-88CF-4920-A63F-3B19CC9F7E46}" destId="{62F6FA65-526A-4330-BD76-4A6A810E84B3}" srcOrd="5" destOrd="0" presId="urn:microsoft.com/office/officeart/2005/8/layout/vList2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D0674-FC22-456C-B7D2-24768228DCEC}">
      <dsp:nvSpPr>
        <dsp:cNvPr id="0" name=""/>
        <dsp:cNvSpPr/>
      </dsp:nvSpPr>
      <dsp:spPr>
        <a:xfrm>
          <a:off x="1081645" y="184951"/>
          <a:ext cx="3389248" cy="1059140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391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UpGrad</a:t>
          </a:r>
          <a:endParaRPr lang="en-IN" sz="3300" kern="1200"/>
        </a:p>
      </dsp:txBody>
      <dsp:txXfrm>
        <a:off x="1081645" y="184951"/>
        <a:ext cx="3389248" cy="1059140"/>
      </dsp:txXfrm>
    </dsp:sp>
    <dsp:sp modelId="{F93FD9AC-5D46-4AC6-A927-C92E104A544A}">
      <dsp:nvSpPr>
        <dsp:cNvPr id="0" name=""/>
        <dsp:cNvSpPr/>
      </dsp:nvSpPr>
      <dsp:spPr>
        <a:xfrm>
          <a:off x="940426" y="31964"/>
          <a:ext cx="741398" cy="1112097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C48A77-DC76-4AB5-90A8-845054E3147C}">
      <dsp:nvSpPr>
        <dsp:cNvPr id="0" name=""/>
        <dsp:cNvSpPr/>
      </dsp:nvSpPr>
      <dsp:spPr>
        <a:xfrm>
          <a:off x="4765163" y="184951"/>
          <a:ext cx="3389248" cy="1059140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391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 dirty="0"/>
            <a:t>Great Learning</a:t>
          </a:r>
          <a:endParaRPr lang="en-IN" sz="3300" kern="1200" dirty="0"/>
        </a:p>
      </dsp:txBody>
      <dsp:txXfrm>
        <a:off x="4765163" y="184951"/>
        <a:ext cx="3389248" cy="1059140"/>
      </dsp:txXfrm>
    </dsp:sp>
    <dsp:sp modelId="{726CCC20-5412-4FB0-9090-347260FAAE1E}">
      <dsp:nvSpPr>
        <dsp:cNvPr id="0" name=""/>
        <dsp:cNvSpPr/>
      </dsp:nvSpPr>
      <dsp:spPr>
        <a:xfrm>
          <a:off x="4623944" y="31964"/>
          <a:ext cx="741398" cy="1112097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0CA2BB-405C-4E67-B226-A2E9CD9D1F64}">
      <dsp:nvSpPr>
        <dsp:cNvPr id="0" name=""/>
        <dsp:cNvSpPr/>
      </dsp:nvSpPr>
      <dsp:spPr>
        <a:xfrm>
          <a:off x="1081645" y="1518290"/>
          <a:ext cx="3389248" cy="1059140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391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Simplilearn</a:t>
          </a:r>
          <a:endParaRPr lang="en-IN" sz="3300" kern="1200"/>
        </a:p>
      </dsp:txBody>
      <dsp:txXfrm>
        <a:off x="1081645" y="1518290"/>
        <a:ext cx="3389248" cy="1059140"/>
      </dsp:txXfrm>
    </dsp:sp>
    <dsp:sp modelId="{C900A972-DDCE-45B3-81A9-E99A2A02FE97}">
      <dsp:nvSpPr>
        <dsp:cNvPr id="0" name=""/>
        <dsp:cNvSpPr/>
      </dsp:nvSpPr>
      <dsp:spPr>
        <a:xfrm>
          <a:off x="940426" y="1365303"/>
          <a:ext cx="741398" cy="1112097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7A91D-9388-4F27-BB7C-381927891686}">
      <dsp:nvSpPr>
        <dsp:cNvPr id="0" name=""/>
        <dsp:cNvSpPr/>
      </dsp:nvSpPr>
      <dsp:spPr>
        <a:xfrm>
          <a:off x="4765163" y="1518290"/>
          <a:ext cx="3389248" cy="1059140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391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 dirty="0"/>
            <a:t>Coursera</a:t>
          </a:r>
          <a:endParaRPr lang="en-IN" sz="3300" kern="1200" dirty="0"/>
        </a:p>
      </dsp:txBody>
      <dsp:txXfrm>
        <a:off x="4765163" y="1518290"/>
        <a:ext cx="3389248" cy="1059140"/>
      </dsp:txXfrm>
    </dsp:sp>
    <dsp:sp modelId="{3C7A2678-A513-42BE-94DF-D0ED96A2B60F}">
      <dsp:nvSpPr>
        <dsp:cNvPr id="0" name=""/>
        <dsp:cNvSpPr/>
      </dsp:nvSpPr>
      <dsp:spPr>
        <a:xfrm>
          <a:off x="4623944" y="1365303"/>
          <a:ext cx="741398" cy="1112097"/>
        </a:xfrm>
        <a:prstGeom prst="rect">
          <a:avLst/>
        </a:prstGeom>
        <a:blipFill rotWithShape="1">
          <a:blip xmlns:r="http://schemas.openxmlformats.org/officeDocument/2006/relationships" r:embed="rId4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4644C-9681-40CE-9D09-462237AD7723}">
      <dsp:nvSpPr>
        <dsp:cNvPr id="0" name=""/>
        <dsp:cNvSpPr/>
      </dsp:nvSpPr>
      <dsp:spPr>
        <a:xfrm>
          <a:off x="2923404" y="2851630"/>
          <a:ext cx="3389248" cy="1059140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7391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 dirty="0"/>
            <a:t>Jaro Education</a:t>
          </a:r>
          <a:endParaRPr lang="en-IN" sz="3300" kern="1200" dirty="0"/>
        </a:p>
      </dsp:txBody>
      <dsp:txXfrm>
        <a:off x="2923404" y="2851630"/>
        <a:ext cx="3389248" cy="1059140"/>
      </dsp:txXfrm>
    </dsp:sp>
    <dsp:sp modelId="{49E5A8B3-DE10-4473-9997-F5A17FF05E7F}">
      <dsp:nvSpPr>
        <dsp:cNvPr id="0" name=""/>
        <dsp:cNvSpPr/>
      </dsp:nvSpPr>
      <dsp:spPr>
        <a:xfrm>
          <a:off x="2782185" y="2698643"/>
          <a:ext cx="741398" cy="1112097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52D52-7D08-4656-8209-8772C04C1C82}">
      <dsp:nvSpPr>
        <dsp:cNvPr id="0" name=""/>
        <dsp:cNvSpPr/>
      </dsp:nvSpPr>
      <dsp:spPr>
        <a:xfrm>
          <a:off x="0" y="110326"/>
          <a:ext cx="105156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Key Industry Patterns</a:t>
          </a:r>
          <a:endParaRPr lang="en-IN" sz="2300" kern="1200" dirty="0"/>
        </a:p>
      </dsp:txBody>
      <dsp:txXfrm>
        <a:off x="26930" y="137256"/>
        <a:ext cx="10461740" cy="497795"/>
      </dsp:txXfrm>
    </dsp:sp>
    <dsp:sp modelId="{BC908337-0669-4606-8F00-3A130C5CFB96}">
      <dsp:nvSpPr>
        <dsp:cNvPr id="0" name=""/>
        <dsp:cNvSpPr/>
      </dsp:nvSpPr>
      <dsp:spPr>
        <a:xfrm>
          <a:off x="0" y="661981"/>
          <a:ext cx="10515600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Career growth and salary-focused messaging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Strong use of university and tech partnerships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Heavy focus on AI, data, and management programs</a:t>
          </a:r>
          <a:endParaRPr lang="en-IN" sz="1800" kern="1200"/>
        </a:p>
      </dsp:txBody>
      <dsp:txXfrm>
        <a:off x="0" y="661981"/>
        <a:ext cx="10515600" cy="928395"/>
      </dsp:txXfrm>
    </dsp:sp>
    <dsp:sp modelId="{A3C2E751-201C-4C68-BCFC-0063B10523A3}">
      <dsp:nvSpPr>
        <dsp:cNvPr id="0" name=""/>
        <dsp:cNvSpPr/>
      </dsp:nvSpPr>
      <dsp:spPr>
        <a:xfrm>
          <a:off x="0" y="1590376"/>
          <a:ext cx="105156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Common Gaps</a:t>
          </a:r>
          <a:endParaRPr lang="en-IN" sz="2300" kern="1200"/>
        </a:p>
      </dsp:txBody>
      <dsp:txXfrm>
        <a:off x="26930" y="1617306"/>
        <a:ext cx="10461740" cy="497795"/>
      </dsp:txXfrm>
    </dsp:sp>
    <dsp:sp modelId="{86BF3654-D681-4A65-99A0-70137A390D35}">
      <dsp:nvSpPr>
        <dsp:cNvPr id="0" name=""/>
        <dsp:cNvSpPr/>
      </dsp:nvSpPr>
      <dsp:spPr>
        <a:xfrm>
          <a:off x="0" y="2142031"/>
          <a:ext cx="1051560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Repetitive messaging across brands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Limited emotional storytelling</a:t>
          </a:r>
          <a:endParaRPr lang="en-IN" sz="1800" kern="1200"/>
        </a:p>
      </dsp:txBody>
      <dsp:txXfrm>
        <a:off x="0" y="2142031"/>
        <a:ext cx="10515600" cy="618930"/>
      </dsp:txXfrm>
    </dsp:sp>
    <dsp:sp modelId="{D41650EC-C882-4380-A991-CE1C77EC5113}">
      <dsp:nvSpPr>
        <dsp:cNvPr id="0" name=""/>
        <dsp:cNvSpPr/>
      </dsp:nvSpPr>
      <dsp:spPr>
        <a:xfrm>
          <a:off x="0" y="2760961"/>
          <a:ext cx="10515600" cy="55165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Opportunity for Our Brand</a:t>
          </a:r>
          <a:endParaRPr lang="en-IN" sz="2300" kern="1200"/>
        </a:p>
      </dsp:txBody>
      <dsp:txXfrm>
        <a:off x="26930" y="2787891"/>
        <a:ext cx="10461740" cy="497795"/>
      </dsp:txXfrm>
    </dsp:sp>
    <dsp:sp modelId="{62F6FA65-526A-4330-BD76-4A6A810E84B3}">
      <dsp:nvSpPr>
        <dsp:cNvPr id="0" name=""/>
        <dsp:cNvSpPr/>
      </dsp:nvSpPr>
      <dsp:spPr>
        <a:xfrm>
          <a:off x="0" y="3312616"/>
          <a:ext cx="10515600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Use real learner success stories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Build stronger aspirational messaging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Create more distinctive positioning</a:t>
          </a:r>
          <a:endParaRPr lang="en-IN" sz="1800" kern="1200"/>
        </a:p>
      </dsp:txBody>
      <dsp:txXfrm>
        <a:off x="0" y="3312616"/>
        <a:ext cx="10515600" cy="9283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6D5339-FB61-454A-B3E2-0D167E8A7AD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15188-D65B-4E11-BF4C-E6F8F223E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37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B1BB-A3DB-FCD9-38A1-12FA31725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3D1C5-6B3B-BA35-2D73-EE0E7AC0E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C2DD1-0A41-0484-2FDF-37844E01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6937A-70D8-0125-5A1E-F9A4B3D51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4A258-7CCB-2188-D810-3A95C8C9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35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6116-6686-B167-BCA3-716723C4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44EC4-3A92-EEA9-44A3-320CAEC14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BD019-D781-5553-0D38-0CFBAD7C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BBB13-9C35-3D24-9B37-554B296F8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55209-A453-98F5-A19C-2D0D3F51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14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CE21-2D01-A18D-7D53-3753AA78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3D273-AE95-4FBD-607C-5B36111EE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F1862-F35A-7A41-D8C9-04451D35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02090-8650-B571-B0B2-7C8B96C9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55FAE-E8AD-7B48-D09C-52C4D9AF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953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A0FE-E4F2-C900-83D0-923D9300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AE893-218D-2B3A-5C94-44A883ADE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22A99-2CAC-4CA6-9DE6-4CB84DFF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F332E-0493-9703-EE3E-D751DE12A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1508C-13FB-813B-4A9F-A228B2F1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5FF99-8AE1-3A30-03AA-925366EF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42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4194-97B4-0497-C968-1ECDB212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1D3D8-93B5-A22A-B0EB-6F530F6B4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86ED3-B098-F423-EFA9-EA643EBF6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42DF8-65C2-82EB-9439-2CC61EB67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FD131-D600-8FE5-184D-174B00E27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D2905A-A0F9-DADB-3C41-5822CCED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15B94F-1E20-BDF0-B895-7B28077F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78F1C-B50E-D274-D1AC-C3F6A742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18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DDF4-87E6-A4AD-8F0E-4B8DB6D5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8C43E-F64E-D997-D665-A1284C216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6E6BF-F601-6122-2774-639503C4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FEA2A-995F-EA50-5932-ED92C697C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2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EC7697-A97B-313F-4B0D-4E9601DC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269F29-FA40-B205-0759-410CFB745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52452-B230-9306-B72C-9B7F1B69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9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8DB6-9DA5-79DF-E55A-E7F6ADF0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1482A-3F23-1FE1-B2AF-EC0F22F79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3AF3B-1937-263C-62EE-CC065743B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E3FEC-4D8A-B5BB-5C72-77AF56208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A2C72-D1FE-3910-7633-3F5C8AC70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D6EAC-B0C1-F5C3-2631-FEA1293C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83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380E-8668-7ED7-4C8C-873707AB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57C698-B998-1AEB-DAE3-8D9FA95B9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FEB6F-C040-3E6C-CBC5-EF441651D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DF928-A9AB-F6D8-3B0C-DBD4BE319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7B621-7E75-C8E9-A5BD-3D4AB14CE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AAE7A-DA0D-3DFB-47CC-CE49263C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77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07027-97A2-A4BC-B4EB-138CCBE86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84AD9-ABB0-EC8D-973A-520BE0C94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6C957-B92B-F4A8-E4A1-FE715D06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89E74-6E60-FD29-41B5-947B61C5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2BE2E-DD60-13F4-4ABF-94416C77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7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B0D85-513D-5B34-A9F5-3D33143CF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A36A2-489F-2B86-5438-0B6FB8231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518A8-B6A2-085A-5083-0D32F943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9B8ED-D1D0-CEE8-6923-C238A792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063F8-A3D7-0D72-8527-3E9F11E2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04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53A463-9BEE-51A8-05A0-652912369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BE23E-5005-09C0-82C3-5F902F6EF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9E952-16A2-9A4E-76B1-07AB06CE4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0BAD1-8129-4858-99D5-C1874D55A3C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CEA2C-2950-69D3-2553-8D1AA059D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A0A17-62F3-6AB3-42EE-41ED9AC3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2A44B-6122-492B-A350-12788B6FF0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685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F72F-F85E-6732-ADDE-7A32CD9D8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6774" y="1486157"/>
            <a:ext cx="9818451" cy="2387600"/>
          </a:xfrm>
        </p:spPr>
        <p:txBody>
          <a:bodyPr anchor="ctr">
            <a:normAutofit/>
          </a:bodyPr>
          <a:lstStyle/>
          <a:p>
            <a:r>
              <a:rPr lang="en-US" sz="4400" b="1" dirty="0">
                <a:latin typeface="+mn-lt"/>
              </a:rPr>
              <a:t>Competitive Ad Analysis – EdTech Sector</a:t>
            </a:r>
            <a:br>
              <a:rPr lang="en-US" sz="3600" b="1" dirty="0">
                <a:latin typeface="+mn-lt"/>
              </a:rPr>
            </a:br>
            <a:br>
              <a:rPr lang="en-US" sz="3600" b="1" dirty="0">
                <a:latin typeface="+mn-lt"/>
              </a:rPr>
            </a:br>
            <a:r>
              <a:rPr lang="en-IN" sz="2400" dirty="0">
                <a:latin typeface="+mn-lt"/>
              </a:rPr>
              <a:t>Digital Marketing Internship Assignment</a:t>
            </a:r>
            <a:endParaRPr lang="en-IN" sz="24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3ACE6-80C4-0602-F2A2-CEFBBAE7F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4760"/>
            <a:ext cx="8672052" cy="1530401"/>
          </a:xfrm>
        </p:spPr>
        <p:txBody>
          <a:bodyPr anchor="ctr"/>
          <a:lstStyle/>
          <a:p>
            <a:r>
              <a:rPr lang="en-US" dirty="0"/>
              <a:t>Name- MUSKAN KUMARI</a:t>
            </a:r>
          </a:p>
          <a:p>
            <a:r>
              <a:rPr lang="en-US" dirty="0"/>
              <a:t>Date- 6 FEB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247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2384-ADA2-9E55-6A97-0AB7EAB5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993" y="276634"/>
            <a:ext cx="10515600" cy="1325563"/>
          </a:xfrm>
        </p:spPr>
        <p:txBody>
          <a:bodyPr/>
          <a:lstStyle/>
          <a:p>
            <a:r>
              <a:rPr lang="en-IN" b="1" dirty="0"/>
              <a:t>Selected Competitors </a:t>
            </a:r>
            <a:r>
              <a:rPr lang="en-IN" sz="2400" dirty="0"/>
              <a:t>(Ad Library Analysis)</a:t>
            </a:r>
            <a:endParaRPr lang="en-IN" sz="24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3BA0CC1-636E-FA16-A36F-87D757F577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236715"/>
              </p:ext>
            </p:extLst>
          </p:nvPr>
        </p:nvGraphicFramePr>
        <p:xfrm>
          <a:off x="1032387" y="2005781"/>
          <a:ext cx="9094839" cy="3942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337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B5B86C-C9A7-DD99-3388-B817C9FE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9" y="328535"/>
            <a:ext cx="10515600" cy="1325563"/>
          </a:xfrm>
        </p:spPr>
        <p:txBody>
          <a:bodyPr/>
          <a:lstStyle/>
          <a:p>
            <a:r>
              <a:rPr lang="en-IN" b="1" dirty="0"/>
              <a:t>UpGrad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89568-EFF9-48C0-12B9-FD1AAD023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8954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Key Themes</a:t>
            </a:r>
            <a:endParaRPr lang="en-IN" sz="1800" b="1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Affordable study-abroad programs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Global university partnerships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Short-term tech and AI courses with heavy discounts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Strong price-driven messaging that grabs attention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Clear career and global outcome positioning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Over-reliance on discount and price-based hooks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Limited emotional storytelling or success journeys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EDC1AC56-EADD-9899-B894-0DB6A45409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12" y="2542296"/>
            <a:ext cx="2740274" cy="3634667"/>
          </a:xfr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82EDD15-2900-A53E-66B9-5B6B1184F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704" y="1954384"/>
            <a:ext cx="3200565" cy="36346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84207D-684A-19BF-3E45-01EA344F52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762" y="2391515"/>
            <a:ext cx="3317238" cy="367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08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05EC-A2B4-9969-BD42-B310F3ED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5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Great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7AF653-301C-BBA8-7237-3E686960F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1742" y="1858298"/>
            <a:ext cx="4886632" cy="463457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Key Themes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Programs with top universities and industry partners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Career-focused messaging (salary hike, placements)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Future-ready skills in AI, data science, and analytics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Strong credibility through IIT and global university partnerships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Clear career outcome and salary growth messaging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Repetitive, similar messaging across ads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Limited emotional storytelling or student success journeys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DF07FA1-DC27-4BD9-1370-284E380EEA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85" y="2790006"/>
            <a:ext cx="2664764" cy="3185323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5CB935-3570-87E7-0CCF-C314C3541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512" y="1956545"/>
            <a:ext cx="2970749" cy="35425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A99583-362F-5A10-912B-47739D032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198" y="2418799"/>
            <a:ext cx="3012590" cy="355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72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EF10-C0ED-FD8C-E811-ED0F6AA2E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419" y="42140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Simplilearn</a:t>
            </a:r>
            <a:endParaRPr lang="en-IN" sz="36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43E1AE2-3599-8C34-3877-5F9F74947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4820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Key Themes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Professional certifications in AI, PMP, and cybersecurity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Career transformation and future-proof skill messaging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Partnerships with industry leaders and top institutes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Strong focus on industry-recognized certifications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Clear, career-oriented messaging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Text-heavy creatives with limited visual storytelling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Repetitive messaging across different programs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8BB34B2-025A-455A-7594-CACB8C374D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19" y="2073035"/>
            <a:ext cx="2617558" cy="3041866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97842C-90AB-2ADF-8ECF-AF80BE38C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621" y="2595127"/>
            <a:ext cx="3185508" cy="37869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26F27A-C62B-4B20-AA5D-87B0DF400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571" y="1915719"/>
            <a:ext cx="2859216" cy="330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561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E45D-7BAC-607B-40DC-1FB0FC62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9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Coursera</a:t>
            </a:r>
            <a:endParaRPr lang="en-IN" sz="36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03394-6C10-FF19-094C-A3E931460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1470" y="1825625"/>
            <a:ext cx="5181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Key Themes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Certifications from global tech companies (Google, Microsoft, IBM)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Self-paced, beginner-friendly learning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Skill-based professional certificates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Strong credibility through partnerships with major tech brands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Simple, accessible messaging for beginners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Limited urgency or strong promotional triggers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kern="0" dirty="0">
                <a:effectLst/>
                <a:ea typeface="Times New Roman" panose="02020603050405020304" pitchFamily="18" charset="0"/>
              </a:rPr>
              <a:t>Less emphasis on salary or career outcome messaging</a:t>
            </a:r>
            <a:endParaRPr lang="en-IN" dirty="0"/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8329D188-4398-CDA9-E8F8-726D09D05E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97" y="2418465"/>
            <a:ext cx="2831952" cy="3689672"/>
          </a:xfr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2A0687F-1C08-79A7-CE79-3CEA6C217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355" y="1690688"/>
            <a:ext cx="2613655" cy="368967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B8AA44C-88DB-C315-20FB-92FA4DECA7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75" y="2504461"/>
            <a:ext cx="2610910" cy="360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79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844A0-414F-2BAD-E9DF-1A414C124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42" y="630596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kern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Jaro Education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CDDD53-A917-FAB9-6E25-1B9B6BE430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2" y="2723536"/>
            <a:ext cx="2380793" cy="300592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F09E3-42F7-30E9-A9C7-FC77FB341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9135" y="1774441"/>
            <a:ext cx="5181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Key Themes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Online and executive MBA programs from partner universities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Career advancement for working professionals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Strong focus on accreditation and university rankings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Clear positioning around accredited university degrees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Strong appeal to working professionals seeking promotions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Gaps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Weak standalone brand identity for Jaro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Text-heavy, informational creatives with limited storytelling</a:t>
            </a:r>
            <a:endParaRPr lang="en-IN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903325-B291-6DA9-9936-C689123A5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316" y="1690689"/>
            <a:ext cx="2515168" cy="3727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F7AC69-8097-10B7-680F-73D8BE67B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078" y="2397037"/>
            <a:ext cx="2564789" cy="327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65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6858F-B08A-834A-4E00-7D0F364D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Industry-Level Insights &amp; Strategic Opportunities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28AB07A-CA4C-9624-DB50-782AE83716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4624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16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</TotalTime>
  <Words>343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 Theme</vt:lpstr>
      <vt:lpstr>Competitive Ad Analysis – EdTech Sector  Digital Marketing Internship Assignment</vt:lpstr>
      <vt:lpstr>Selected Competitors (Ad Library Analysis)</vt:lpstr>
      <vt:lpstr>UpGrad</vt:lpstr>
      <vt:lpstr>Great Learning</vt:lpstr>
      <vt:lpstr>Simplilearn</vt:lpstr>
      <vt:lpstr>Coursera</vt:lpstr>
      <vt:lpstr>Jaro Education </vt:lpstr>
      <vt:lpstr>Industry-Level Insights &amp; Strategic Opportunities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Ad Analysis – EdTech Sector  Digital Marketing Internship Assignment</dc:title>
  <dc:creator>muskan</dc:creator>
  <cp:lastModifiedBy>muskan</cp:lastModifiedBy>
  <cp:revision>1</cp:revision>
  <dcterms:created xsi:type="dcterms:W3CDTF">2026-02-06T15:10:14Z</dcterms:created>
  <dcterms:modified xsi:type="dcterms:W3CDTF">2026-02-06T18:20:23Z</dcterms:modified>
</cp:coreProperties>
</file>